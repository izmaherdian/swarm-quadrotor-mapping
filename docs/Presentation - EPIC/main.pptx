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4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4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6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72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image" Target="../media/image76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image" Target="../media/image7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image" Target="../media/image80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microsoft.com/office/2007/relationships/media" Target="../media/media9.mp4"/><Relationship Id="rId4" Type="http://schemas.openxmlformats.org/officeDocument/2006/relationships/video" Target="../media/media9.mp4"/><Relationship Id="rId5" Type="http://schemas.openxmlformats.org/officeDocument/2006/relationships/image" Target="../media/image8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microsoft.com/office/2007/relationships/media" Target="../media/media10.mp4"/><Relationship Id="rId4" Type="http://schemas.openxmlformats.org/officeDocument/2006/relationships/video" Target="../media/media10.mp4"/><Relationship Id="rId5" Type="http://schemas.openxmlformats.org/officeDocument/2006/relationships/image" Target="../media/image8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microsoft.com/office/2007/relationships/media" Target="../media/media11.mp4"/><Relationship Id="rId4" Type="http://schemas.openxmlformats.org/officeDocument/2006/relationships/video" Target="../media/media11.mp4"/><Relationship Id="rId5" Type="http://schemas.openxmlformats.org/officeDocument/2006/relationships/image" Target="../media/image8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microsoft.com/office/2007/relationships/media" Target="../media/media12.mp4"/><Relationship Id="rId4" Type="http://schemas.openxmlformats.org/officeDocument/2006/relationships/video" Target="../media/media12.mp4"/><Relationship Id="rId5" Type="http://schemas.openxmlformats.org/officeDocument/2006/relationships/image" Target="../media/image9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microsoft.com/office/2007/relationships/media" Target="../media/media13.mp4"/><Relationship Id="rId4" Type="http://schemas.openxmlformats.org/officeDocument/2006/relationships/video" Target="../media/media13.mp4"/><Relationship Id="rId5" Type="http://schemas.openxmlformats.org/officeDocument/2006/relationships/image" Target="../media/image92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microsoft.com/office/2007/relationships/media" Target="../media/media14.mp4"/><Relationship Id="rId4" Type="http://schemas.openxmlformats.org/officeDocument/2006/relationships/video" Target="../media/media14.mp4"/><Relationship Id="rId5" Type="http://schemas.openxmlformats.org/officeDocument/2006/relationships/image" Target="../media/image94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microsoft.com/office/2007/relationships/media" Target="../media/media15.mp4"/><Relationship Id="rId4" Type="http://schemas.openxmlformats.org/officeDocument/2006/relationships/video" Target="../media/media15.mp4"/><Relationship Id="rId5" Type="http://schemas.openxmlformats.org/officeDocument/2006/relationships/image" Target="../media/image9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rect_hin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55387" y="1993307"/>
            <a:ext cx="6880920" cy="3680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1_fault_kill1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2268999"/>
            <a:ext cx="5942209" cy="317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3_crash_rect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2188221"/>
            <a:ext cx="5942209" cy="317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7_v2v_closes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2183705"/>
            <a:ext cx="5549558" cy="29646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6_obstacle_detou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2183705"/>
            <a:ext cx="5942209" cy="317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4_upset_plus_hin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1952636"/>
            <a:ext cx="6240884" cy="3330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5_upset_plus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1952636"/>
            <a:ext cx="6240884" cy="3330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h2_fault_kill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5195" y="1952636"/>
            <a:ext cx="6240884" cy="3330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rect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3475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_shape_hin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_shape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u_shape_hin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u_shape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us_hinf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lus_lq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62104" y="1757722"/>
            <a:ext cx="6667512" cy="35672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